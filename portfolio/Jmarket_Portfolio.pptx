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2" y="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algun Gothic"/>
              </a:rPr>
              <a:t>Jmarket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FFFFFF"/>
                </a:solidFill>
                <a:latin typeface="Malgun Gothic"/>
              </a:rPr>
              <a:t>중고거래</a:t>
            </a:r>
            <a:r>
              <a:rPr sz="2200" b="1" dirty="0">
                <a:solidFill>
                  <a:srgbClr val="FFFFFF"/>
                </a:solidFill>
                <a:latin typeface="Malgun Gothic"/>
              </a:rPr>
              <a:t> 및 </a:t>
            </a:r>
            <a:r>
              <a:rPr sz="2200" b="1" dirty="0" err="1">
                <a:solidFill>
                  <a:srgbClr val="FFFFFF"/>
                </a:solidFill>
                <a:latin typeface="Malgun Gothic"/>
              </a:rPr>
              <a:t>경매</a:t>
            </a:r>
            <a:r>
              <a:rPr sz="2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Malgun Gothic"/>
              </a:rPr>
              <a:t>기반</a:t>
            </a:r>
            <a:r>
              <a:rPr sz="2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Malgun Gothic"/>
              </a:rPr>
              <a:t>마켓</a:t>
            </a:r>
            <a:r>
              <a:rPr sz="2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Malgun Gothic"/>
              </a:rPr>
              <a:t>플랫폼</a:t>
            </a:r>
            <a:endParaRPr sz="22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E2E8F0"/>
                </a:solidFill>
                <a:latin typeface="Malgun Gothic"/>
              </a:rPr>
              <a:t>사용자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거래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흐름과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운영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관리를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함께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설계하는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백엔드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/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풀스택</a:t>
            </a:r>
            <a:r>
              <a:rPr sz="1500" b="0" dirty="0">
                <a:solidFill>
                  <a:srgbClr val="E2E8F0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Malgun Gothic"/>
              </a:rPr>
              <a:t>개발자</a:t>
            </a:r>
            <a:endParaRPr sz="1500" b="0" dirty="0">
              <a:solidFill>
                <a:srgbClr val="E2E8F0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3246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Malgun Gothic"/>
              </a:rPr>
              <a:t>Spring Boot</a:t>
            </a:r>
          </a:p>
          <a:p>
            <a:pPr marL="228600" indent="-171450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Malgun Gothic"/>
              </a:rPr>
              <a:t>React</a:t>
            </a:r>
          </a:p>
          <a:p>
            <a:pPr marL="228600" indent="-171450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Malgun Gothic"/>
              </a:rPr>
              <a:t>WebSocket/STOMP</a:t>
            </a:r>
          </a:p>
          <a:p>
            <a:pPr marL="228600" indent="-171450">
              <a:spcAft>
                <a:spcPts val="500"/>
              </a:spcAft>
            </a:pPr>
            <a:r>
              <a:rPr sz="1300" b="0" dirty="0" err="1">
                <a:solidFill>
                  <a:srgbClr val="FFFFFF"/>
                </a:solidFill>
                <a:latin typeface="Malgun Gothic"/>
              </a:rPr>
              <a:t>마일리지</a:t>
            </a:r>
            <a:r>
              <a:rPr sz="1300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algun Gothic"/>
              </a:rPr>
              <a:t>정산</a:t>
            </a:r>
            <a:endParaRPr sz="1300" b="0" dirty="0">
              <a:solidFill>
                <a:srgbClr val="FFFFFF"/>
              </a:solidFill>
              <a:latin typeface="Malgun Gothic"/>
            </a:endParaRPr>
          </a:p>
          <a:p>
            <a:pPr marL="228600" indent="-171450">
              <a:spcAft>
                <a:spcPts val="500"/>
              </a:spcAft>
            </a:pPr>
            <a:r>
              <a:rPr sz="1300" b="0" dirty="0" err="1">
                <a:solidFill>
                  <a:srgbClr val="FFFFFF"/>
                </a:solidFill>
                <a:latin typeface="Malgun Gothic"/>
              </a:rPr>
              <a:t>관리자</a:t>
            </a:r>
            <a:r>
              <a:rPr sz="1300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algun Gothic"/>
              </a:rPr>
              <a:t>운영</a:t>
            </a:r>
            <a:endParaRPr sz="13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Malgun Gothic"/>
              </a:rPr>
              <a:t>이름 / 연락처 / 이메일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짧고 명확한 인적사항과 개발자 소개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인적사항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366168"/>
              </p:ext>
            </p:extLst>
          </p:nvPr>
        </p:nvGraphicFramePr>
        <p:xfrm>
          <a:off x="914400" y="1920240"/>
          <a:ext cx="4663440" cy="1702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윤진성</a:t>
                      </a:r>
                      <a:endParaRPr dirty="0"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연락처</a:t>
                      </a:r>
                      <a:endParaRPr sz="1000" b="0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010-2757-1658</a:t>
                      </a:r>
                      <a:endParaRPr dirty="0"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이메일</a:t>
                      </a:r>
                      <a:endParaRPr sz="1000" b="0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rainydg@naver.com</a:t>
                      </a:r>
                      <a:endParaRPr dirty="0"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예정</a:t>
                      </a:r>
                      <a:endParaRPr dirty="0"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2200" y="1417320"/>
            <a:ext cx="512064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581912"/>
            <a:ext cx="4718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526280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 dirty="0">
                <a:solidFill>
                  <a:srgbClr val="0F172A"/>
                </a:solidFill>
                <a:latin typeface="Malgun Gothic"/>
              </a:rPr>
              <a:t>Spring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Boot와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React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기반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개인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프로젝트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개발</a:t>
            </a:r>
            <a:endParaRPr sz="1300" b="0" dirty="0">
              <a:solidFill>
                <a:srgbClr val="0F172A"/>
              </a:solidFill>
              <a:latin typeface="Malgun Gothic"/>
            </a:endParaRPr>
          </a:p>
          <a:p>
            <a:pPr marL="228600" indent="-171450">
              <a:spcAft>
                <a:spcPts val="500"/>
              </a:spcAft>
            </a:pPr>
            <a:r>
              <a:rPr sz="1300" b="0" dirty="0" err="1">
                <a:solidFill>
                  <a:srgbClr val="0F172A"/>
                </a:solidFill>
                <a:latin typeface="Malgun Gothic"/>
              </a:rPr>
              <a:t>중고거래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경매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채팅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마일리지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관리자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운영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기능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구현</a:t>
            </a:r>
            <a:endParaRPr sz="1300" b="0" dirty="0">
              <a:solidFill>
                <a:srgbClr val="0F172A"/>
              </a:solidFill>
              <a:latin typeface="Malgun Gothic"/>
            </a:endParaRPr>
          </a:p>
          <a:p>
            <a:pPr marL="228600" indent="-171450">
              <a:spcAft>
                <a:spcPts val="500"/>
              </a:spcAft>
            </a:pPr>
            <a:r>
              <a:rPr sz="1300" b="0" dirty="0" err="1">
                <a:solidFill>
                  <a:srgbClr val="0F172A"/>
                </a:solidFill>
                <a:latin typeface="Malgun Gothic"/>
              </a:rPr>
              <a:t>기능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나열보다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권한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상태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전이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데이터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정합성을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고려한</a:t>
            </a:r>
            <a:endParaRPr lang="en-US" sz="1300" dirty="0">
              <a:solidFill>
                <a:srgbClr val="0F172A"/>
              </a:solidFill>
              <a:latin typeface="Malgun Gothic"/>
            </a:endParaRPr>
          </a:p>
          <a:p>
            <a:pPr marL="228600" indent="-171450">
              <a:spcAft>
                <a:spcPts val="500"/>
              </a:spcAft>
            </a:pPr>
            <a:r>
              <a:rPr sz="1300" b="0" dirty="0" err="1">
                <a:solidFill>
                  <a:srgbClr val="0F172A"/>
                </a:solidFill>
                <a:latin typeface="Malgun Gothic"/>
              </a:rPr>
              <a:t>설계</a:t>
            </a:r>
            <a:r>
              <a:rPr sz="13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Malgun Gothic"/>
              </a:rPr>
              <a:t>경험</a:t>
            </a:r>
            <a:endParaRPr sz="13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Education /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기술 스택은 사용 이유가 드러나도록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25880"/>
          <a:ext cx="50292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325880"/>
          <a:ext cx="5166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Java 21, Spring Boot, Spring Security, JPA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React, Vite, JavaScript, CSS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DB / Cache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MySQL, Redis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Realtime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WebSocket, STOMP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Test / Tool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JUnit, MockMvc, Gradle, npm, Git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306324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취득일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자격증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" y="4617720"/>
            <a:ext cx="1051560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4782312"/>
            <a:ext cx="10113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개인 학습 / 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인증/인가, 경매 정산, React Hook 의존성, 관리자 운영 화면 중심으로 학습 및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Project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포트폴리오에 포함할 프로젝트 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프로젝트명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인원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주요 기술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Malgun Gothic"/>
                        </a:rPr>
                        <a:t>Jmarket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solidFill>
                            <a:srgbClr val="0F172A"/>
                          </a:solidFill>
                          <a:latin typeface="Malgun Gothic"/>
                        </a:rPr>
                        <a:t>2026.04 ~ 2026.05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Malgun Gothic"/>
                        </a:rPr>
                        <a:t>개인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Malgun Gothic"/>
                        </a:rPr>
                        <a:t>Spring Boot, React, MySQL, Redis, WebSocket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9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중고거래와</a:t>
                      </a:r>
                      <a:r>
                        <a:rPr sz="900" b="0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경매를</a:t>
                      </a:r>
                      <a:r>
                        <a:rPr sz="900" b="0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함께</a:t>
                      </a:r>
                      <a:r>
                        <a:rPr sz="900" b="0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마켓</a:t>
                      </a:r>
                      <a:r>
                        <a:rPr sz="900" b="0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플랫폼</a:t>
                      </a:r>
                      <a:endParaRPr sz="900" b="0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3154680"/>
            <a:ext cx="10241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프로젝트 대표 화면 또는 로고 캡처 삽입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OO 문제를 해결하기 위해 OO 시스템 개발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Jmarket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72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10570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핵심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중고거래 과정에서 발생하는 상품 탐색, 거래 요청, 경매 입찰, 채팅, 마일리지 정산, 관리자 운영 문제를 해결하기 위해 통합 마켓 플랫폼을 개발했습니다.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21208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679192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개발 배경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9232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상품 거래, 경매, 채팅, 신고, 정산, 관리자 운영 흐름을 하나의 서비스로 연결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일반 사용자와 관리자 관점을 모두 고려한 거래 플랫폼 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544068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679192"/>
            <a:ext cx="5038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해결하려는 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99232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거래 요청부터 완료까지의 상태 관리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경매 입찰과 마일리지 예약 정합성 유지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신고/출금/회원 제재 등 관리자 운영 분리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권한별 메뉴와 API 접근 제어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핵심 기능과 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Jmarket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94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주요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회원가입, 로그인, 이메일 인증, 비밀번호 찾기/변경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상품 등록/수정/삭제, 검색/필터, 이미지 드래그 업로드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경매 등록, 입찰, 즉시구매, 입찰 내역, 마감 처리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거래 요청/수락/취소/완료, 실시간 채팅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마일리지 충전/사용/출금, 신고/문의/리뷰/알림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관리자 대시보드 및 운영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48920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490472"/>
            <a:ext cx="44897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기대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389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상품 탐색부터 거래 완료까지 한 흐름에서 처리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관리자는 운영 데이터를 빠르게 확인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권한/상태별 액션 노출로 오류 가능성 감소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49039"/>
            <a:ext cx="48920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3913631"/>
            <a:ext cx="44897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차별화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206240"/>
            <a:ext cx="4389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일반 상품 거래와 경매 거래를 함께 제공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마일리지 예약/해제/정산을 포함한 입찰 흐름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사용자 화면과 관리자 화면 UX 목적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Role /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개인 프로젝트 담당 범위와 개발 환경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Jmarket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4864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담당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기획, DB 설계, 백엔드 API, 프론트 화면 구현 전담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Spring Security 기반 인증/인가 구현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상품/경매/거래/채팅/마일리지 도메인 설계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WebSocket/STOMP 채팅 구현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관리자 대시보드 및 액션 모달/토스트 통일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이미지 업로드 서버 검증 및 통합 테스트 작성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React Hook dependency warning 17개 제거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417320"/>
          <a:ext cx="4663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Spring Boot, Java 21, Security, JPA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React, Vite, JavaScript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DB / Cache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MySQL, Redis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Realtime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WebSocket, STOMP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Build / Test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Gradle, npm, JUnit, MockMvc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Main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비로그인 사용자도 접근 가능한 메인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4008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메인 화면 캡처 삽입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25880"/>
            <a:ext cx="38862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490472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실시간 검색어 순위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급상승 물품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빈 상태 UI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상품/경매 탐색 흐름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Product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상품 목록/상세/등록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4008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상품 목록 / 상세 / 등록 화면 캡처 삽입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25880"/>
            <a:ext cx="38862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490472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검색/필터 조건 URL 유지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썸네일 클릭 상세 이동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이미지 드래그 업로드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서버 이미지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Auction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경매 목록/상세/입찰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4008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경매 목록 / 상세 / 입찰 내역 화면 캡처 삽입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25880"/>
            <a:ext cx="38862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490472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상태별 입찰 가능 여부 제어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최고 입찰자와 최고가 표시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입찰 내역 차트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마감 타이머 상태 갱신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Chat / Trade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채팅과 거래 상태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4008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채팅 목록 / 팝업 / 거래 목록 화면 캡처 삽입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25880"/>
            <a:ext cx="38862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490472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WebSocket/STOMP 실시간 메시지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채팅방 새 창 팝업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거래 요청/수락/취소/완료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거래 완료 후 리뷰 작성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운영 도구형 관리자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4008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관리자 대시보드 / 상품 / 경매 / 출금 화면 캡처 삽입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25880"/>
            <a:ext cx="38862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490472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핵심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서버 관리자 권한 검증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검색/필터/테이블/상태 배지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액션 결과 모달/토스트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위험 액션 확인 모달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Frontend / Backend / DB / Infra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828800" cy="5120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React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4533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1828800" cy="5120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4533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17320"/>
            <a:ext cx="1828800" cy="5120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54533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417320"/>
            <a:ext cx="1828800" cy="5120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54533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17320"/>
            <a:ext cx="1828800" cy="5120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23160"/>
            <a:ext cx="27432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2587752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사용자 화면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관리자 화면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채팅 팝업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2423160"/>
            <a:ext cx="33832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04487" y="2587752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88036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Auth / Product / Auction / Trade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Chat / Mileage / Report / Admin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권한 및 상태 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423160"/>
            <a:ext cx="1828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16368" y="258775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88036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회원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상품/경매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거래/정산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2423160"/>
            <a:ext cx="1828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73768" y="258775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8803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이메일 인증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캐시성 데이터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074920"/>
            <a:ext cx="1042416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5239512"/>
            <a:ext cx="10021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시스템 흐름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13248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21F34"/>
                </a:solidFill>
                <a:latin typeface="Malgun Gothic"/>
              </a:rPr>
              <a:t>React 화면 요청 → Spring Boot 인증/인가 및 상태 검증 → MySQL 저장 → Redis 인증/캐시 → WebSocket 실시간 채팅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Core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전체 API가 아닌 핵심 흐름 중심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881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이미지 업로드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/api/products/images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상품/경매 등록용 이미지 업로드 및 서버 검증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경매 입찰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/api/auctions/{auctionId}/bids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경매 상태, 최고가, 마일리지 검증 후 입찰 처리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출금 처리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PATCH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/api/admin/mileage/withdrawals/{id}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관리자 출금 승인/반려 처리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3429000"/>
            <a:ext cx="1088136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593592"/>
            <a:ext cx="10479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API 설계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사용자 액션은 서버에서 권한과 상태를 재검증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관리자 API는 프론트 메뉴 숨김과 별개로 서버에서 권한 강제</a:t>
            </a:r>
          </a:p>
          <a:p>
            <a:pPr marL="228600" indent="-171450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금전성 데이터가 포함된 기능은 트랜잭션 경계를 명확히 분리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DB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주요 도메인과 테이블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5715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도메인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주요 테이블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Auth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users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회원 정보, 권한, 상태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products, product_images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상품, 이미지, 찜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Auction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auctions, bids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경매, 입찰 내역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Trade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trades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상품 거래 상태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Chat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chat_rooms, chat_messages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채팅방, 메시지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Mileage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mileage_accounts, ledger, withdrawals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잔액, 원장, 출금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Admin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reports, restrictions, audit_logs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신고, 제재, 감사 로그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29400" y="1325880"/>
            <a:ext cx="457200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ERD 캡처 삽입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434840"/>
            <a:ext cx="45720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0568" y="4599431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설계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78231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000" b="0">
                <a:solidFill>
                  <a:srgbClr val="0F172A"/>
                </a:solidFill>
                <a:latin typeface="Malgun Gothic"/>
              </a:rPr>
              <a:t>상품/경매는 분리하고 사용자, 리뷰, 채팅 흐름은 연결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Core Logic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경매 입찰 및 마일리지 예약 처리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8992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경매 입찰 및 마일리지 예약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경매 입찰은 현재 최고가, 입찰자 권한, 경매 상태, 마일리지 잔액, 이전 입찰자의 예약 해제를 함께 처리해야 합니다.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상태/마감/최소 입찰가/본인 상품 입찰/현재 최고 입찰자 여부를 검증합니다.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신규 최고 입찰자의 마일리지를 예약하고 이전 최고 입찰자의 예약 마일리지를 해제합니다.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결과적으로 최고가, 최고 입찰자, 예약 금액의 일관성을 유지했습니다.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Core Logic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권한 기반 메뉴 및 API 접근 제어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8992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권한 기반 메뉴 및 API 접근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프론트에서 버튼을 숨기는 것만으로는 보안이 보장되지 않습니다.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사용자 역할에 따라 메뉴와 버튼을 제어하고, 관리자 API는 서버에서 접근을 강제했습니다.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신고/출금/회원 제재 같은 관리자 액션은 서버에서 재검증합니다.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UI 편의성과 서버 보안을 분리하여 권한 없는 접근을 방지했습니다.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Core Logic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이미지 업로드 서버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8992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이미지 업로드 서버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프론트 검증만으로는 확장자를 위장한 파일 업로드를 막기 어렵습니다.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개수, 용량, 확장자, Content-Type, 파일 시그니처를 서버에서 검증했습니다.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JPEG/PNG/GIF/WEBP 시그니처를 확인하고 저장 경로도 검증했습니다.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정상 업로드, 위장 파일 차단, 미지원 확장자 차단 테스트를 작성했습니다.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Core Logic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React 데이터 로딩 흐름 안정화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8992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React 데이터 로딩 흐름 안정화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Hook dependency warning은 데이터 로딩 구조를 점검하는 신호였습니다.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조회 함수는 useCallback으로 안정화하고, 검색/필터는 URL query 기반으로 복원했습니다.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경매 타이머는 auction 객체 전체가 아닌 id/status/endAt만 의존하도록 정리했습니다.</a:t>
            </a:r>
          </a:p>
          <a:p>
            <a:pPr marL="228600" indent="-171450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</a:rPr>
              <a:t>warning 17개 제거 후 lint/build를 통과했습니다.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Troubleshooting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경매 입찰 데이터 정합성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Trouble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23444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34416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여러 사용자가 입찰할 때 최고 입찰자, 현재 최고가, 마일리지 예약 상태가 불일치할 가능성이 있었습니다.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23444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5000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입찰 등록, 최고가 갱신, 마일리지 예약/해제 처리가 서로 다른 도메인에 걸쳐 있었습니다.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23444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35584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입찰 처리 흐름을 하나의 도메인 흐름으로 묶고, 현재 경매 상태와 최고가를 재검증한 뒤 예약/해제를 처리했습니다.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23444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36168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동시 입찰 상황에서도 최고 입찰자, 현재 최고가, 예약 금액이 일관되게 유지되도록 개선했습니다.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Troubleshooting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관리자 권한 서버 강제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Trouble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23444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34416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관리자 메뉴와 버튼을 숨기더라도 URL 직접 접근이나 API 직접 호출로 관리자 기능 접근을 시도할 수 있었습니다.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23444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5000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프론트 UI 제어는 사용자 경험 측면의 처리일 뿐 실제 보안 경계는 서버에서 강제되어야 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23444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35584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Spring Security에서 관리자 API 경로를 제한하고, 프론트에서는 권한별 메뉴/버튼 노출을 분리해 처리했습니다.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23444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36168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권한 없는 사용자의 직접 접근과 API 호출이 서버에서 차단되도록 개선했습니다.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Troubleshooting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경매 마감 상태 불일치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Trouble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23444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34416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경매 종료 시간이 지난 직후 서버 상태 갱신 전에는 화면상 입찰 가능 상태처럼 보일 수 있었습니다.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23444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5000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경매 상태는 서버의 OPEN/CLOSED 값과 클라이언트 현재 시간 기준 마감 여부를 함께 고려해야 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23444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35584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프론트에서는 endAt 기준으로 버튼과 상태 배지를 즉시 비활성화하고, 서버 입찰 API에서도 상태와 마감 시간을 재검증했습니다.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23444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36168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Malgun Gothic"/>
              </a:rPr>
              <a:t>마감 직후에도 화면 상태와 실제 입찰 가능 여부가 일관되도록 개선했습니다.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배운 점, 아쉬운 점, 개선 방향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배운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연결된 기능은 상태 전이 설계가 중요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권한 제어는 서버에서 강제해야 함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Hook warning은 데이터 로딩 구조 점검 신호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49047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아쉬운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8308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전체 E2E 테스트 부족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Redis 외부 의존성 테스트 환경 분리 필요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배포 환경 모니터링/로그 설계 보완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2926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4904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개선 방향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경매 동시성 테스트 강화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테스트 프로파일 분리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관리자 통계 고도화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E2E 테스트 추가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Test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구현 후 검증한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1732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npm run lint, npm run build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이미지 업로드 통합 테스트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Image Upload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정상 PNG 업로드, 위장 파일 차단, SVG 차단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Hook Cleanup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algun Gothic"/>
                        </a:rPr>
                        <a:t>기존 17개 warning 제거 후 빌드 성공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160520"/>
            <a:ext cx="10607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325112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남은 보완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전체 백엔드 테스트는 Redis 연결 환경 필요</a:t>
            </a:r>
          </a:p>
          <a:p>
            <a:pPr marL="228600" indent="-171450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</a:rPr>
              <a:t>결제/출금/경매 동시성 관련 테스트 추가 필요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Service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사용자 흐름과 관리자 운영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6984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90472"/>
            <a:ext cx="10296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상품 거래 흐름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828800" cy="5120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상품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8196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91640"/>
            <a:ext cx="1828800" cy="5120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상세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196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91640"/>
            <a:ext cx="1828800" cy="5120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거래 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8196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91640"/>
            <a:ext cx="1828800" cy="5120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채팅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8196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91640"/>
            <a:ext cx="1828800" cy="5120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거래 완료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2907792"/>
            <a:ext cx="10296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경매 거래 흐름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08960"/>
            <a:ext cx="1828800" cy="5120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경매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2369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108960"/>
            <a:ext cx="1828800" cy="5120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입찰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369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3108960"/>
            <a:ext cx="1828800" cy="5120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마일리지 예약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2369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108960"/>
            <a:ext cx="1828800" cy="5120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마감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2369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3108960"/>
            <a:ext cx="1828800" cy="5120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정산/리뷰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160520"/>
            <a:ext cx="106984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325112"/>
            <a:ext cx="10296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F34"/>
                </a:solidFill>
                <a:latin typeface="Malgun Gothic"/>
              </a:rPr>
              <a:t>관리자 운영 흐름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26280"/>
            <a:ext cx="1828800" cy="5120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신고/출금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6542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4526280"/>
            <a:ext cx="1828800" cy="5120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관리자 검토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6542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4526280"/>
            <a:ext cx="1828800" cy="5120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승인/반려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6542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4526280"/>
            <a:ext cx="1828800" cy="5120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제재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6542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526280"/>
            <a:ext cx="1828800" cy="5120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로그 관리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Security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보안과 안정성을 위해 고려한 부분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Spring Security 기반 인증/인가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관리자 API 서버 권한 검증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이미지 업로드 파일 형식 검증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사용자 상태에 따른 기능 제한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삭제/취소/차단/반려 등 위험 액션 확인 모달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비밀번호 암호화 저장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이메일 인증 기반 회원가입/비밀번호 찾기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1F34"/>
                </a:solidFill>
                <a:latin typeface="Malgun Gothic"/>
              </a:rP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추가 개선 방향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47472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Future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02412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배포 환경 구성 및 CI/CD 적용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경매 입찰 동시성 테스트 강화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관리자 통계 시각화 고도화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검색 성능 개선 및 인덱싱 전략 보완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알림 기능 실시간화</a:t>
            </a:r>
          </a:p>
          <a:p>
            <a:pPr marL="228600" indent="-171450">
              <a:spcAft>
                <a:spcPts val="500"/>
              </a:spcAft>
            </a:pPr>
            <a:r>
              <a:rPr sz="1500" b="0">
                <a:solidFill>
                  <a:srgbClr val="0F172A"/>
                </a:solidFill>
                <a:latin typeface="Malgun Gothic"/>
              </a:rPr>
              <a:t>주요 사용자 흐름 E2E 테스트 추가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2E8F0"/>
                </a:solidFill>
                <a:latin typeface="Malgun Gothic"/>
              </a:rPr>
              <a:t>단순 기능 구현을 넘어 사용자 거래 흐름과 관리자 운영 흐름을 연결한 프로젝트입니다.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74320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GitHub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시연 영상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연락처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2910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291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1892</Words>
  <Application>Microsoft Office PowerPoint</Application>
  <PresentationFormat>와이드스크린</PresentationFormat>
  <Paragraphs>459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TJ-BU-702-P07</cp:lastModifiedBy>
  <cp:revision>3</cp:revision>
  <dcterms:created xsi:type="dcterms:W3CDTF">2013-01-27T09:14:16Z</dcterms:created>
  <dcterms:modified xsi:type="dcterms:W3CDTF">2026-05-11T09:15:15Z</dcterms:modified>
  <cp:category/>
</cp:coreProperties>
</file>